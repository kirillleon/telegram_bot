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15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46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12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96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03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80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74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2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2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2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65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6434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336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3617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505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8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42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939A521-A426-43E1-A94F-FAC54F882722}" type="datetimeFigureOut">
              <a:rPr lang="ru-RU" smtClean="0"/>
              <a:t>26.04.2021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A1780E-68F4-4D77-9CD2-6A41F2740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412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A1B00-D44D-4EAB-B71E-1725DCBB1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Телеграм</a:t>
            </a:r>
            <a:r>
              <a:rPr lang="ru-RU" dirty="0"/>
              <a:t> Бот </a:t>
            </a:r>
            <a:r>
              <a:rPr lang="ru-RU" dirty="0" err="1"/>
              <a:t>Геокодер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1CFE6-4789-47F8-A34E-3604F6A274BA}"/>
              </a:ext>
            </a:extLst>
          </p:cNvPr>
          <p:cNvSpPr txBox="1"/>
          <p:nvPr/>
        </p:nvSpPr>
        <p:spPr>
          <a:xfrm>
            <a:off x="9170633" y="4918229"/>
            <a:ext cx="2902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Леон Кирилл</a:t>
            </a:r>
          </a:p>
          <a:p>
            <a:r>
              <a:rPr lang="ru-RU" dirty="0"/>
              <a:t>Поздняков Александр</a:t>
            </a:r>
          </a:p>
        </p:txBody>
      </p:sp>
    </p:spTree>
    <p:extLst>
      <p:ext uri="{BB962C8B-B14F-4D97-AF65-F5344CB8AC3E}">
        <p14:creationId xmlns:p14="http://schemas.microsoft.com/office/powerpoint/2010/main" val="418326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6CA9C-558C-4F7D-AE18-6A1BC1FF5FCD}"/>
              </a:ext>
            </a:extLst>
          </p:cNvPr>
          <p:cNvSpPr txBox="1"/>
          <p:nvPr/>
        </p:nvSpPr>
        <p:spPr>
          <a:xfrm>
            <a:off x="4866442" y="319596"/>
            <a:ext cx="2459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/>
              <a:t>Введение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FF64-F5E3-40A2-B192-047819C4D771}"/>
              </a:ext>
            </a:extLst>
          </p:cNvPr>
          <p:cNvSpPr txBox="1"/>
          <p:nvPr/>
        </p:nvSpPr>
        <p:spPr>
          <a:xfrm>
            <a:off x="307758" y="1209207"/>
            <a:ext cx="115764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последнее время в связи с популяризацией </a:t>
            </a:r>
            <a:r>
              <a:rPr lang="ru-RU" sz="2400" dirty="0" err="1"/>
              <a:t>телеграма</a:t>
            </a:r>
            <a:r>
              <a:rPr lang="ru-RU" sz="2400" dirty="0"/>
              <a:t> становится всё больше и больше ботов,</a:t>
            </a:r>
          </a:p>
          <a:p>
            <a:r>
              <a:rPr lang="ru-RU" sz="2400" dirty="0"/>
              <a:t>Каждый бот выполняет определённую функцию, так одни боты умеют переводить текс, другие умеют подбирать книги и сериалы по вашим предпочтениям, а третьи могут придумать вам надёжный пароль</a:t>
            </a:r>
          </a:p>
        </p:txBody>
      </p:sp>
    </p:spTree>
    <p:extLst>
      <p:ext uri="{BB962C8B-B14F-4D97-AF65-F5344CB8AC3E}">
        <p14:creationId xmlns:p14="http://schemas.microsoft.com/office/powerpoint/2010/main" val="381475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E2183E-1DAF-4679-8AE2-42C0593ADE54}"/>
              </a:ext>
            </a:extLst>
          </p:cNvPr>
          <p:cNvSpPr txBox="1"/>
          <p:nvPr/>
        </p:nvSpPr>
        <p:spPr>
          <a:xfrm>
            <a:off x="3664258" y="572155"/>
            <a:ext cx="48634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Создаём бота в </a:t>
            </a:r>
            <a:r>
              <a:rPr lang="en-US" sz="2800" dirty="0"/>
              <a:t>Telegram</a:t>
            </a:r>
            <a:endParaRPr lang="ru-RU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5A6643-6AF6-45C4-99EB-69C10837F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393702"/>
            <a:ext cx="539115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FBAEB2-C9BF-44FA-A066-93F33B18E810}"/>
              </a:ext>
            </a:extLst>
          </p:cNvPr>
          <p:cNvSpPr txBox="1"/>
          <p:nvPr/>
        </p:nvSpPr>
        <p:spPr>
          <a:xfrm>
            <a:off x="1691195" y="4004619"/>
            <a:ext cx="88096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1) Ищем в поиске </a:t>
            </a:r>
            <a:r>
              <a:rPr lang="ru-RU" dirty="0" err="1"/>
              <a:t>Telegram</a:t>
            </a:r>
            <a:r>
              <a:rPr lang="ru-RU" dirty="0"/>
              <a:t> бота по нику @botfather. Этот бот ответственен за регистрацию всех остальных ботов;</a:t>
            </a:r>
          </a:p>
          <a:p>
            <a:r>
              <a:rPr lang="ru-RU" dirty="0"/>
              <a:t>2) Отправляем ему /</a:t>
            </a:r>
            <a:r>
              <a:rPr lang="ru-RU" dirty="0" err="1"/>
              <a:t>newbot</a:t>
            </a:r>
            <a:r>
              <a:rPr lang="ru-RU" dirty="0"/>
              <a:t> и начинаем создание бота;</a:t>
            </a:r>
          </a:p>
          <a:p>
            <a:endParaRPr lang="ru-RU" dirty="0"/>
          </a:p>
          <a:p>
            <a:r>
              <a:rPr lang="ru-RU" dirty="0"/>
              <a:t>3) Отправляем имя бота (оно может быть любым) и ник бота (обязательно должен оканчиваться на «</a:t>
            </a:r>
            <a:r>
              <a:rPr lang="ru-RU" dirty="0" err="1"/>
              <a:t>bot</a:t>
            </a:r>
            <a:r>
              <a:rPr lang="ru-RU" dirty="0"/>
              <a:t>»). Если у тебя выходит ошибка, то значит этот ник занят. Пробуй другой.</a:t>
            </a:r>
          </a:p>
          <a:p>
            <a:endParaRPr lang="ru-RU" dirty="0"/>
          </a:p>
          <a:p>
            <a:r>
              <a:rPr lang="ru-RU" dirty="0"/>
              <a:t>4) Получаем токен бота</a:t>
            </a:r>
          </a:p>
        </p:txBody>
      </p:sp>
    </p:spTree>
    <p:extLst>
      <p:ext uri="{BB962C8B-B14F-4D97-AF65-F5344CB8AC3E}">
        <p14:creationId xmlns:p14="http://schemas.microsoft.com/office/powerpoint/2010/main" val="120703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5129F4-BA4C-483A-B371-709A033D8E0D}"/>
              </a:ext>
            </a:extLst>
          </p:cNvPr>
          <p:cNvSpPr txBox="1"/>
          <p:nvPr/>
        </p:nvSpPr>
        <p:spPr>
          <a:xfrm>
            <a:off x="3033204" y="379065"/>
            <a:ext cx="6125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Обратный </a:t>
            </a:r>
            <a:r>
              <a:rPr lang="ru-RU" sz="2800" dirty="0" err="1"/>
              <a:t>геокодинг</a:t>
            </a:r>
            <a:r>
              <a:rPr lang="ru-RU" sz="2800" dirty="0"/>
              <a:t> от Яндекса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26631-425F-4FC6-B562-6C911D82DAC3}"/>
              </a:ext>
            </a:extLst>
          </p:cNvPr>
          <p:cNvSpPr txBox="1"/>
          <p:nvPr/>
        </p:nvSpPr>
        <p:spPr>
          <a:xfrm>
            <a:off x="230819" y="980956"/>
            <a:ext cx="110970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https://geocode-maps.yandex.ru/1.x? format=</a:t>
            </a:r>
            <a:r>
              <a:rPr lang="en-US" dirty="0" err="1"/>
              <a:t>json&amp;lang</a:t>
            </a:r>
            <a:r>
              <a:rPr lang="en-US" dirty="0"/>
              <a:t>=</a:t>
            </a:r>
            <a:r>
              <a:rPr lang="en-US" dirty="0" err="1"/>
              <a:t>ru_RU&amp;kind</a:t>
            </a:r>
            <a:r>
              <a:rPr lang="en-US" dirty="0"/>
              <a:t>=</a:t>
            </a:r>
            <a:r>
              <a:rPr lang="en-US" dirty="0" err="1"/>
              <a:t>house&amp;geocode</a:t>
            </a:r>
            <a:r>
              <a:rPr lang="en-US" dirty="0"/>
              <a:t>=37.617585,55.751903&amp;apikey=</a:t>
            </a:r>
            <a:r>
              <a:rPr lang="ru-RU" dirty="0"/>
              <a:t>ТОКЕН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4096E-21A1-4716-9984-BE0F5C7F8E87}"/>
              </a:ext>
            </a:extLst>
          </p:cNvPr>
          <p:cNvSpPr txBox="1"/>
          <p:nvPr/>
        </p:nvSpPr>
        <p:spPr>
          <a:xfrm>
            <a:off x="230819" y="1982264"/>
            <a:ext cx="61078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Запрос:</a:t>
            </a:r>
          </a:p>
          <a:p>
            <a:endParaRPr lang="ru-RU" dirty="0"/>
          </a:p>
          <a:p>
            <a:r>
              <a:rPr lang="ru-RU" dirty="0"/>
              <a:t>https://geocode-maps.yandex.ru/1.x/</a:t>
            </a:r>
          </a:p>
          <a:p>
            <a:endParaRPr lang="ru-RU" dirty="0"/>
          </a:p>
          <a:p>
            <a:r>
              <a:rPr lang="ru-RU" dirty="0"/>
              <a:t>Параметры:</a:t>
            </a:r>
          </a:p>
          <a:p>
            <a:endParaRPr lang="ru-RU" dirty="0"/>
          </a:p>
          <a:p>
            <a:r>
              <a:rPr lang="ru-RU" dirty="0" err="1"/>
              <a:t>format</a:t>
            </a:r>
            <a:r>
              <a:rPr lang="ru-RU" dirty="0"/>
              <a:t>: в каком формате возвращать данные. В данном случае </a:t>
            </a:r>
            <a:r>
              <a:rPr lang="ru-RU" dirty="0" err="1"/>
              <a:t>json</a:t>
            </a:r>
            <a:r>
              <a:rPr lang="ru-RU" dirty="0"/>
              <a:t>;</a:t>
            </a:r>
          </a:p>
          <a:p>
            <a:r>
              <a:rPr lang="ru-RU" dirty="0" err="1"/>
              <a:t>lang</a:t>
            </a:r>
            <a:r>
              <a:rPr lang="ru-RU" dirty="0"/>
              <a:t>: язык возвращаемых данных. В данном случае </a:t>
            </a:r>
            <a:r>
              <a:rPr lang="ru-RU" dirty="0" err="1"/>
              <a:t>ru_RU</a:t>
            </a:r>
            <a:r>
              <a:rPr lang="ru-RU" dirty="0"/>
              <a:t> (русский);</a:t>
            </a:r>
          </a:p>
          <a:p>
            <a:r>
              <a:rPr lang="ru-RU" dirty="0" err="1"/>
              <a:t>kind</a:t>
            </a:r>
            <a:r>
              <a:rPr lang="ru-RU" dirty="0"/>
              <a:t>: вид адреса. В данном случае </a:t>
            </a:r>
            <a:r>
              <a:rPr lang="ru-RU" dirty="0" err="1"/>
              <a:t>house</a:t>
            </a:r>
            <a:r>
              <a:rPr lang="ru-RU" dirty="0"/>
              <a:t> (точность до дома);</a:t>
            </a:r>
          </a:p>
          <a:p>
            <a:r>
              <a:rPr lang="ru-RU" dirty="0" err="1"/>
              <a:t>geocode</a:t>
            </a:r>
            <a:r>
              <a:rPr lang="ru-RU" dirty="0"/>
              <a:t>: координаты (сначала идет долгота, затем широта);</a:t>
            </a:r>
          </a:p>
          <a:p>
            <a:r>
              <a:rPr lang="ru-RU" dirty="0" err="1"/>
              <a:t>apikey</a:t>
            </a:r>
            <a:r>
              <a:rPr lang="ru-RU" dirty="0"/>
              <a:t>: токен для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47205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6368C2-4888-462B-AF27-DB2A44F4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22" y="1021380"/>
            <a:ext cx="7798155" cy="5478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973364-7373-4481-BC11-0E1781083B77}"/>
              </a:ext>
            </a:extLst>
          </p:cNvPr>
          <p:cNvSpPr txBox="1"/>
          <p:nvPr/>
        </p:nvSpPr>
        <p:spPr>
          <a:xfrm>
            <a:off x="4933024" y="168675"/>
            <a:ext cx="232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err="1"/>
              <a:t>Геокодер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5044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6011E-54C8-4546-85CF-D9A5711D9A4A}"/>
              </a:ext>
            </a:extLst>
          </p:cNvPr>
          <p:cNvSpPr txBox="1"/>
          <p:nvPr/>
        </p:nvSpPr>
        <p:spPr>
          <a:xfrm>
            <a:off x="5186039" y="257452"/>
            <a:ext cx="181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Код бота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6A03AC-805D-438E-9F45-16D6A95C4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77" y="985202"/>
            <a:ext cx="6912446" cy="554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6883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45</TotalTime>
  <Words>246</Words>
  <Application>Microsoft Office PowerPoint</Application>
  <PresentationFormat>Широкоэкранный</PresentationFormat>
  <Paragraphs>28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Сектор</vt:lpstr>
      <vt:lpstr>Телеграм Бот Геокодер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Телеграм Бот Геокодер</dc:title>
  <dc:creator>Kirill</dc:creator>
  <cp:lastModifiedBy>Kirill</cp:lastModifiedBy>
  <cp:revision>3</cp:revision>
  <dcterms:created xsi:type="dcterms:W3CDTF">2021-04-26T19:31:26Z</dcterms:created>
  <dcterms:modified xsi:type="dcterms:W3CDTF">2021-04-26T20:16:56Z</dcterms:modified>
</cp:coreProperties>
</file>